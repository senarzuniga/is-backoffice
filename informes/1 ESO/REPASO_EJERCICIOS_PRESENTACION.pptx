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3399"/>
                </a:solidFill>
              </a:defRPr>
            </a:pPr>
            <a:r>
              <a:t>REPASO DE INGLÉS ESO 1</a:t>
            </a:r>
          </a:p>
          <a:p>
            <a:r>
              <a:t>Ejercicios por Unidad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006600"/>
                </a:solidFill>
              </a:defRPr>
            </a:pPr>
            <a:r>
              <a:t>Instrucciones:</a:t>
            </a:r>
          </a:p>
          <a:p>
            <a:r>
              <a:t>- Haz los ejercicios en orden, de fácil a difícil.</a:t>
            </a:r>
          </a:p>
          <a:p>
            <a:r>
              <a:t>- Marca los que te resulten complicados.</a:t>
            </a:r>
          </a:p>
          <a:p>
            <a:r>
              <a:t>- Usa colores, subraya o dibuja para ayudarte.</a:t>
            </a:r>
          </a:p>
          <a:p>
            <a:r>
              <a:t>- ¡Repasa y diviértete aprendiendo!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800" b="1">
                <a:solidFill>
                  <a:srgbClr val="003399"/>
                </a:solidFill>
              </a:defRPr>
            </a:pPr>
            <a:r>
              <a:t>Unidad 1: Welcome!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Completa: I ___ a student. | She ___ happy. | ___ you at school?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Elige la opción correcta: He (is / are) my friend. | They (am / are) at home.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Corrige el error: She are my sister. → ______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Traduce: Yo soy profesor. → ______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800" b="1">
                <a:solidFill>
                  <a:srgbClr val="006600"/>
                </a:solidFill>
              </a:defRPr>
            </a:pPr>
            <a:r>
              <a:t>Unidad 2: My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Completa: She ___ (have got) a bike. | My brother ___ (be) tall.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Elige la opción correcta: We (has / have) got a dog. | This is (my / mine) house.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Traduce: Ellos tienen dos gatos. → ______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800" b="1">
                <a:solidFill>
                  <a:srgbClr val="CC6600"/>
                </a:solidFill>
              </a:defRPr>
            </a:pPr>
            <a:r>
              <a:t>Unidad 3: Day by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Completa: I ___ (not/play) tennis. | ___ she (go) to school?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Elige la opción correcta: He (always / never) eats vegetables. | We go to school (at / on) Monday.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Traduce: Yo nunca como pescado. → ______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800" b="1">
                <a:solidFill>
                  <a:srgbClr val="990033"/>
                </a:solidFill>
              </a:defRPr>
            </a:pPr>
            <a:r>
              <a:t>Unidad 4: Out and About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Completa: I ___ (can) swim. | ___ (imperative) your homework!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Elige la opción correcta: There (is / are) some apples. | Is there (some / any) milk?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Traduce: ¿Puedes ayudarme? → ______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3800" b="1">
                <a:solidFill>
                  <a:srgbClr val="009999"/>
                </a:solidFill>
              </a:defRPr>
            </a:pPr>
            <a:r>
              <a:t>Unidad 5A: Food, Glorious 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Completa: I would ___ a pizza. | There isn’t ___ milk.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Elige la opción correcta: I (like / likes) apples. | Is there (some / any) bread?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600"/>
              </a:spcAft>
              <a:defRPr sz="2800">
                <a:solidFill>
                  <a:srgbClr val="282828"/>
                </a:solidFill>
              </a:defRPr>
            </a:pPr>
            <a:r>
              <a:t>Traduce: Me gusta el helado. → ______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