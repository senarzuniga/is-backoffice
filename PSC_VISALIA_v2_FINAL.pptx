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PSC VISALIA PROJECT</a:t>
            </a:r>
          </a:p>
          <a:p>
            <a:r>
              <a:t>Complete Relocation + Modernization + Automation</a:t>
            </a:r>
          </a:p>
        </p:txBody>
      </p:sp>
      <p:pic>
        <p:nvPicPr>
          <p:cNvPr id="5" name="Picture 4" descr="logo%20ingecart%20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4320"/>
            <a:ext cx="2757268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Solving Real Bottlenecks in Corrugated Plants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Ingecart en numeros - La fuerza de nuestra experiencia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8C00"/>
                </a:solidFill>
              </a:defRPr>
            </a:pPr>
            <a:r>
              <a:t>1.268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Proyectos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8C00"/>
                </a:solidFill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918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Anos experiencia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8C00"/>
                </a:solidFill>
              </a:defRPr>
            </a:pPr>
            <a: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2918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Acuerdos internacionales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8C00"/>
                </a:solidFill>
              </a:defRPr>
            </a:pPr>
            <a:r>
              <a:t>194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2918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Instalaciones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Nuestros Partners - Confianza global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27432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1945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LOGO INGECART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27432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1945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LOGO INGECART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828800"/>
            <a:ext cx="27432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21945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LOGO INGECART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474720"/>
            <a:ext cx="27432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8404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logo de mtorres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474720"/>
            <a:ext cx="27432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38404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Logo de Ingecart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474720"/>
            <a:ext cx="27432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38404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kisspng-kuka-systems-robotics-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120640"/>
            <a:ext cx="27432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54864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YOCO INDUSTRIES &amp; INGECART OFC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Nuestra Vision - Revolucionando el corrugado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8C00"/>
                </a:solidFill>
              </a:defRPr>
            </a:pPr>
            <a:r>
              <a:t>"Ninguno de nosotros es tan inteligente como todos nosotros juntos." - Ken Blanchard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72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Revolucionando el mundo del papel y el carton corrugado...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Proyecto PSC Visalia - 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Corrugadora BHS 2500mm (1997) - Reubicacion Turquia -&gt; USA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Modernizacion completa: Siemens S7 + nuevos drives + HMI tactil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Ingetrans - Carga automatica de bobinas: $1.14M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Conveyors + AMR - Flujo continuo: $1.45M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Eliminacion de obsolescencia critica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Plataforma MES/ERP ready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INVERSION TOTAL: ~$7M USD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RETORNO ESTIMADO: &lt;18 meses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Solving Real Bottlenecks</a:t>
            </a:r>
          </a:p>
          <a:p>
            <a:r>
              <a:t>in Corrugated Plants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Industrial Intelligence Applied to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