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4F5F7"/>
                </a:solidFill>
                <a:latin typeface="Montserrat"/>
              </a:rPr>
              <a:t>Menos friccion operativa. Mas produccion util.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7E848E"/>
                </a:solidFill>
                <a:latin typeface="Inter"/>
              </a:rPr>
              <a:t>Kit comercial de stand - FESPA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81328"/>
            <a:ext cx="1280160" cy="27432"/>
          </a:xfrm>
          <a:prstGeom prst="rect">
            <a:avLst/>
          </a:prstGeom>
          <a:solidFill>
            <a:srgbClr val="FF6A00"/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n Slogan principal Inge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45920"/>
            <a:ext cx="4754880" cy="4480560"/>
          </a:xfrm>
          <a:prstGeom prst="rect">
            <a:avLst/>
          </a:prstGeom>
        </p:spPr>
      </p:pic>
      <p:pic>
        <p:nvPicPr>
          <p:cNvPr id="6" name="Picture 5" descr="ingeeni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182880"/>
            <a:ext cx="685800" cy="685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E848E"/>
                </a:solidFill>
                <a:latin typeface="Inter"/>
              </a:rPr>
              <a:t>INGECART | FESPA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4F5F7"/>
                </a:solidFill>
                <a:latin typeface="Montserrat"/>
              </a:rPr>
              <a:t>El problema real en planta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7E848E"/>
                </a:solidFill>
                <a:latin typeface="Inter"/>
              </a:rPr>
              <a:t>No falta tecnologia; falta integracion con impacto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81328"/>
            <a:ext cx="1280160" cy="27432"/>
          </a:xfrm>
          <a:prstGeom prst="rect">
            <a:avLst/>
          </a:prstGeom>
          <a:solidFill>
            <a:srgbClr val="FF6A00"/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Paradas no planificadas que erosionan OEE</a:t>
            </a:r>
          </a:p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Trafico interno y riesgo en zonas criticas</a:t>
            </a:r>
          </a:p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Coste oculto de retal, merma y retrabajo</a:t>
            </a:r>
          </a:p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Mucha data y poca accion operativa</a:t>
            </a:r>
          </a:p>
        </p:txBody>
      </p:sp>
      <p:pic>
        <p:nvPicPr>
          <p:cNvPr id="6" name="Picture 5" descr="ingeeni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82880"/>
            <a:ext cx="685800" cy="685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E848E"/>
                </a:solidFill>
                <a:latin typeface="Inter"/>
              </a:rPr>
              <a:t>INGECART | FESPA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4F5F7"/>
                </a:solidFill>
                <a:latin typeface="Montserrat"/>
              </a:rPr>
              <a:t>Propuesta Ingecart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7E848E"/>
                </a:solidFill>
                <a:latin typeface="Inter"/>
              </a:rPr>
              <a:t>Ingenieria independiente + automatizacion + intralogistica + inteligencia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81328"/>
            <a:ext cx="1280160" cy="27432"/>
          </a:xfrm>
          <a:prstGeom prst="rect">
            <a:avLst/>
          </a:prstGeom>
          <a:solidFill>
            <a:srgbClr val="FF6A00"/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Disenamos sobre su realidad de planta, no sobre catalogo</a:t>
            </a:r>
          </a:p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Implantamos por fases para minimizar riesgo y parada</a:t>
            </a:r>
          </a:p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Medimos impacto en KPI: OEE, MTTR, energia, coste por tonelada</a:t>
            </a:r>
          </a:p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Acompanamos desde auditoria hasta operacion estable</a:t>
            </a:r>
          </a:p>
        </p:txBody>
      </p:sp>
      <p:pic>
        <p:nvPicPr>
          <p:cNvPr id="6" name="Picture 5" descr="ingeeni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82880"/>
            <a:ext cx="685800" cy="685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E848E"/>
                </a:solidFill>
                <a:latin typeface="Inter"/>
              </a:rPr>
              <a:t>INGECART | FESPA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4F5F7"/>
                </a:solidFill>
                <a:latin typeface="Montserrat"/>
              </a:rPr>
              <a:t>5 Soluciones Base para FESPA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7E848E"/>
                </a:solidFill>
                <a:latin typeface="Inter"/>
              </a:rPr>
              <a:t>Final de linea e intralogistica con resultado medible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81328"/>
            <a:ext cx="1280160" cy="27432"/>
          </a:xfrm>
          <a:prstGeom prst="rect">
            <a:avLst/>
          </a:prstGeom>
          <a:solidFill>
            <a:srgbClr val="FF6A00"/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Paletizer + Easy Pack</a:t>
            </a:r>
          </a:p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Sistema Retal SR1400</a:t>
            </a:r>
          </a:p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Ingetrans 2800</a:t>
            </a:r>
          </a:p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AMR</a:t>
            </a:r>
          </a:p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Ing_PRO (copiloto industrial)</a:t>
            </a:r>
          </a:p>
        </p:txBody>
      </p:sp>
      <p:pic>
        <p:nvPicPr>
          <p:cNvPr id="6" name="Picture 5" descr="ingeeni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82880"/>
            <a:ext cx="685800" cy="685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E848E"/>
                </a:solidFill>
                <a:latin typeface="Inter"/>
              </a:rPr>
              <a:t>INGECART | FESPA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4F5F7"/>
                </a:solidFill>
                <a:latin typeface="Montserrat"/>
              </a:rPr>
              <a:t>Siguiente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7E848E"/>
                </a:solidFill>
                <a:latin typeface="Inter"/>
              </a:rPr>
              <a:t>Diagnostico express + ROI preliminar en 48h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81328"/>
            <a:ext cx="1280160" cy="27432"/>
          </a:xfrm>
          <a:prstGeom prst="rect">
            <a:avLst/>
          </a:prstGeom>
          <a:solidFill>
            <a:srgbClr val="FF6A00"/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1) Identificamos su principal cuello de botella</a:t>
            </a:r>
          </a:p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2) Proponemos la fase de mayor impacto y menor riesgo</a:t>
            </a:r>
          </a:p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3) Definimos KPI objetivo y plan de implantacion</a:t>
            </a:r>
          </a:p>
          <a:p>
            <a:pPr>
              <a:spcAft>
                <a:spcPts val="1200"/>
              </a:spcAft>
              <a:defRPr sz="2300">
                <a:solidFill>
                  <a:srgbClr val="F4F5F7"/>
                </a:solidFill>
                <a:latin typeface="Inter"/>
              </a:defRPr>
            </a:pPr>
            <a:r>
              <a:t>Agende reunion tecnica post-feria</a:t>
            </a:r>
          </a:p>
        </p:txBody>
      </p:sp>
      <p:pic>
        <p:nvPicPr>
          <p:cNvPr id="6" name="Picture 5" descr="ingeeni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82880"/>
            <a:ext cx="685800" cy="685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E848E"/>
                </a:solidFill>
                <a:latin typeface="Inter"/>
              </a:rPr>
              <a:t>INGECART | FESPA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