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3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0584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51515"/>
                </a:solidFill>
                <a:latin typeface="Montserrat"/>
              </a:rPr>
              <a:t>More meters per minute.
Zero chaos at the corrugator.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920240"/>
            <a:ext cx="1188720" cy="27432"/>
          </a:xfrm>
          <a:prstGeom prst="rect">
            <a:avLst/>
          </a:prstGeom>
          <a:solidFill>
            <a:srgbClr val="FF6A00"/>
          </a:solidFill>
          <a:ln>
            <a:solidFill>
              <a:srgbClr val="FF6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19456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6A00"/>
                </a:solidFill>
                <a:latin typeface="Montserrat"/>
              </a:rPr>
              <a:t>INGETRANS 2800</a:t>
            </a:r>
            <a:r>
              <a:rPr sz="2000">
                <a:solidFill>
                  <a:srgbClr val="151515"/>
                </a:solidFill>
                <a:latin typeface="Inter"/>
              </a:rPr>
              <a:t>: safe productivity for corrugated plants.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926080"/>
            <a:ext cx="8046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6F7378"/>
                </a:solidFill>
                <a:latin typeface="Inter"/>
              </a:defRPr>
            </a:pPr>
            <a:r>
              <a:t>More real line capacity: continuous, production-synchronized supply.</a:t>
            </a:r>
          </a:p>
          <a:p>
            <a:pPr>
              <a:spcAft>
                <a:spcPts val="1200"/>
              </a:spcAft>
              <a:defRPr sz="1800">
                <a:solidFill>
                  <a:srgbClr val="6F7378"/>
                </a:solidFill>
                <a:latin typeface="Inter"/>
              </a:defRPr>
            </a:pPr>
            <a:r>
              <a:t>Automates reel movement, delivery, and return from warehouse to corrugator.</a:t>
            </a:r>
          </a:p>
          <a:p>
            <a:pPr>
              <a:spcAft>
                <a:spcPts val="1200"/>
              </a:spcAft>
              <a:defRPr sz="1800">
                <a:solidFill>
                  <a:srgbClr val="6F7378"/>
                </a:solidFill>
                <a:latin typeface="Inter"/>
              </a:defRPr>
            </a:pPr>
            <a:r>
              <a:t>Creates safer workspaces by eliminating uncontrolled circulation.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212080"/>
            <a:ext cx="9144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51515"/>
                </a:solidFill>
                <a:latin typeface="Montserrat"/>
              </a:rPr>
              <a:t>The Corrugated Plant
of the </a:t>
            </a:r>
            <a:r>
              <a:rPr sz="3000" b="1">
                <a:solidFill>
                  <a:srgbClr val="FF6A00"/>
                </a:solidFill>
                <a:latin typeface="Montserrat"/>
              </a:rPr>
              <a:t>Future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